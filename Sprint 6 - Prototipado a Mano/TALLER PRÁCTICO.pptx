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6" r:id="rId2"/>
    <p:sldId id="262" r:id="rId3"/>
    <p:sldId id="257" r:id="rId4"/>
    <p:sldId id="258" r:id="rId5"/>
    <p:sldId id="259" r:id="rId6"/>
    <p:sldId id="260" r:id="rId7"/>
    <p:sldId id="261" r:id="rId8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0BFED7E-0F49-4A36-98A8-1D530C84944F}" v="4" dt="2026-10-02T19:58:07.45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eiker Jaramillo" userId="2a9080a9bd9a0cd0" providerId="LiveId" clId="{A1CAF5CC-AC85-4473-B488-31F720AF7A51}"/>
    <pc:docChg chg="undo custSel addSld modSld">
      <pc:chgData name="Beiker Jaramillo" userId="2a9080a9bd9a0cd0" providerId="LiveId" clId="{A1CAF5CC-AC85-4473-B488-31F720AF7A51}" dt="2026-10-02T20:11:01.082" v="97" actId="1076"/>
      <pc:docMkLst>
        <pc:docMk/>
      </pc:docMkLst>
      <pc:sldChg chg="addSp modSp mod">
        <pc:chgData name="Beiker Jaramillo" userId="2a9080a9bd9a0cd0" providerId="LiveId" clId="{A1CAF5CC-AC85-4473-B488-31F720AF7A51}" dt="2026-10-02T19:56:52.449" v="59" actId="1076"/>
        <pc:sldMkLst>
          <pc:docMk/>
          <pc:sldMk cId="1565858197" sldId="257"/>
        </pc:sldMkLst>
        <pc:spChg chg="mod">
          <ac:chgData name="Beiker Jaramillo" userId="2a9080a9bd9a0cd0" providerId="LiveId" clId="{A1CAF5CC-AC85-4473-B488-31F720AF7A51}" dt="2026-10-02T19:52:17.843" v="29" actId="207"/>
          <ac:spMkLst>
            <pc:docMk/>
            <pc:sldMk cId="1565858197" sldId="257"/>
            <ac:spMk id="15" creationId="{7F5DEAEA-0EC8-E694-869D-E923163F1EEA}"/>
          </ac:spMkLst>
        </pc:spChg>
        <pc:spChg chg="mod">
          <ac:chgData name="Beiker Jaramillo" userId="2a9080a9bd9a0cd0" providerId="LiveId" clId="{A1CAF5CC-AC85-4473-B488-31F720AF7A51}" dt="2026-10-02T19:52:17.843" v="29" actId="207"/>
          <ac:spMkLst>
            <pc:docMk/>
            <pc:sldMk cId="1565858197" sldId="257"/>
            <ac:spMk id="16" creationId="{FDBADCBE-4D98-F221-CBAD-DD06699391DD}"/>
          </ac:spMkLst>
        </pc:spChg>
        <pc:spChg chg="mod">
          <ac:chgData name="Beiker Jaramillo" userId="2a9080a9bd9a0cd0" providerId="LiveId" clId="{A1CAF5CC-AC85-4473-B488-31F720AF7A51}" dt="2026-10-02T19:52:17.843" v="29" actId="207"/>
          <ac:spMkLst>
            <pc:docMk/>
            <pc:sldMk cId="1565858197" sldId="257"/>
            <ac:spMk id="18" creationId="{AEC0851C-080C-EF09-10B4-342C84EDA928}"/>
          </ac:spMkLst>
        </pc:spChg>
        <pc:picChg chg="add mod modCrop">
          <ac:chgData name="Beiker Jaramillo" userId="2a9080a9bd9a0cd0" providerId="LiveId" clId="{A1CAF5CC-AC85-4473-B488-31F720AF7A51}" dt="2026-10-02T19:56:52.449" v="59" actId="1076"/>
          <ac:picMkLst>
            <pc:docMk/>
            <pc:sldMk cId="1565858197" sldId="257"/>
            <ac:picMk id="4" creationId="{A99A0863-CD5A-56FC-660F-379F27E7B23A}"/>
          </ac:picMkLst>
        </pc:picChg>
      </pc:sldChg>
      <pc:sldChg chg="addSp delSp modSp mod">
        <pc:chgData name="Beiker Jaramillo" userId="2a9080a9bd9a0cd0" providerId="LiveId" clId="{A1CAF5CC-AC85-4473-B488-31F720AF7A51}" dt="2026-10-02T20:11:01.082" v="97" actId="1076"/>
        <pc:sldMkLst>
          <pc:docMk/>
          <pc:sldMk cId="1581364353" sldId="258"/>
        </pc:sldMkLst>
        <pc:spChg chg="add mod">
          <ac:chgData name="Beiker Jaramillo" userId="2a9080a9bd9a0cd0" providerId="LiveId" clId="{A1CAF5CC-AC85-4473-B488-31F720AF7A51}" dt="2026-10-02T19:52:29.082" v="32" actId="207"/>
          <ac:spMkLst>
            <pc:docMk/>
            <pc:sldMk cId="1581364353" sldId="258"/>
            <ac:spMk id="6" creationId="{5E71E0C8-5BBF-BC31-4DF9-F79AA4AAB36B}"/>
          </ac:spMkLst>
        </pc:spChg>
        <pc:spChg chg="mod">
          <ac:chgData name="Beiker Jaramillo" userId="2a9080a9bd9a0cd0" providerId="LiveId" clId="{A1CAF5CC-AC85-4473-B488-31F720AF7A51}" dt="2026-10-02T19:52:29.082" v="32" actId="207"/>
          <ac:spMkLst>
            <pc:docMk/>
            <pc:sldMk cId="1581364353" sldId="258"/>
            <ac:spMk id="23" creationId="{C1908EE2-91EC-650D-4DA1-4E30E5236038}"/>
          </ac:spMkLst>
        </pc:spChg>
        <pc:spChg chg="del">
          <ac:chgData name="Beiker Jaramillo" userId="2a9080a9bd9a0cd0" providerId="LiveId" clId="{A1CAF5CC-AC85-4473-B488-31F720AF7A51}" dt="2026-10-02T19:50:49.577" v="7" actId="478"/>
          <ac:spMkLst>
            <pc:docMk/>
            <pc:sldMk cId="1581364353" sldId="258"/>
            <ac:spMk id="25" creationId="{B8B6300E-1046-6C5F-C265-7A6BD9CCCB8D}"/>
          </ac:spMkLst>
        </pc:spChg>
        <pc:spChg chg="del mod">
          <ac:chgData name="Beiker Jaramillo" userId="2a9080a9bd9a0cd0" providerId="LiveId" clId="{A1CAF5CC-AC85-4473-B488-31F720AF7A51}" dt="2026-10-02T19:50:47.001" v="6" actId="478"/>
          <ac:spMkLst>
            <pc:docMk/>
            <pc:sldMk cId="1581364353" sldId="258"/>
            <ac:spMk id="27" creationId="{1CB3420D-AE48-92E1-33F0-AA252AC96F89}"/>
          </ac:spMkLst>
        </pc:spChg>
        <pc:picChg chg="add del">
          <ac:chgData name="Beiker Jaramillo" userId="2a9080a9bd9a0cd0" providerId="LiveId" clId="{A1CAF5CC-AC85-4473-B488-31F720AF7A51}" dt="2026-10-02T20:10:44.805" v="90" actId="22"/>
          <ac:picMkLst>
            <pc:docMk/>
            <pc:sldMk cId="1581364353" sldId="258"/>
            <ac:picMk id="9" creationId="{E9A4EFEA-83FD-0630-22D0-12AFF3413775}"/>
          </ac:picMkLst>
        </pc:picChg>
        <pc:picChg chg="add del mod modCrop">
          <ac:chgData name="Beiker Jaramillo" userId="2a9080a9bd9a0cd0" providerId="LiveId" clId="{A1CAF5CC-AC85-4473-B488-31F720AF7A51}" dt="2026-10-02T20:10:47.829" v="92" actId="478"/>
          <ac:picMkLst>
            <pc:docMk/>
            <pc:sldMk cId="1581364353" sldId="258"/>
            <ac:picMk id="12" creationId="{7F183D14-507D-6B51-2DC7-64D0E62438FA}"/>
          </ac:picMkLst>
        </pc:picChg>
        <pc:picChg chg="add mod modCrop">
          <ac:chgData name="Beiker Jaramillo" userId="2a9080a9bd9a0cd0" providerId="LiveId" clId="{A1CAF5CC-AC85-4473-B488-31F720AF7A51}" dt="2026-10-02T20:11:01.082" v="97" actId="1076"/>
          <ac:picMkLst>
            <pc:docMk/>
            <pc:sldMk cId="1581364353" sldId="258"/>
            <ac:picMk id="15" creationId="{FDE93B6D-886C-E38A-255D-34E03B5C0D7C}"/>
          </ac:picMkLst>
        </pc:picChg>
      </pc:sldChg>
      <pc:sldChg chg="addSp delSp modSp mod">
        <pc:chgData name="Beiker Jaramillo" userId="2a9080a9bd9a0cd0" providerId="LiveId" clId="{A1CAF5CC-AC85-4473-B488-31F720AF7A51}" dt="2026-10-02T19:56:14.291" v="51" actId="1076"/>
        <pc:sldMkLst>
          <pc:docMk/>
          <pc:sldMk cId="19702956" sldId="259"/>
        </pc:sldMkLst>
        <pc:spChg chg="add mod">
          <ac:chgData name="Beiker Jaramillo" userId="2a9080a9bd9a0cd0" providerId="LiveId" clId="{A1CAF5CC-AC85-4473-B488-31F720AF7A51}" dt="2026-10-02T19:52:35.474" v="34" actId="207"/>
          <ac:spMkLst>
            <pc:docMk/>
            <pc:sldMk cId="19702956" sldId="259"/>
            <ac:spMk id="6" creationId="{45999C6B-6099-6B26-1A00-960A97730FB8}"/>
          </ac:spMkLst>
        </pc:spChg>
        <pc:spChg chg="add del">
          <ac:chgData name="Beiker Jaramillo" userId="2a9080a9bd9a0cd0" providerId="LiveId" clId="{A1CAF5CC-AC85-4473-B488-31F720AF7A51}" dt="2026-10-02T19:51:13.015" v="13" actId="478"/>
          <ac:spMkLst>
            <pc:docMk/>
            <pc:sldMk cId="19702956" sldId="259"/>
            <ac:spMk id="14" creationId="{30FDBBEB-6A1A-1BCE-0089-62B1D4244B89}"/>
          </ac:spMkLst>
        </pc:spChg>
        <pc:spChg chg="add del">
          <ac:chgData name="Beiker Jaramillo" userId="2a9080a9bd9a0cd0" providerId="LiveId" clId="{A1CAF5CC-AC85-4473-B488-31F720AF7A51}" dt="2026-10-02T19:51:11.092" v="12" actId="478"/>
          <ac:spMkLst>
            <pc:docMk/>
            <pc:sldMk cId="19702956" sldId="259"/>
            <ac:spMk id="16" creationId="{B0150691-62DA-FB97-077A-98B50C472744}"/>
          </ac:spMkLst>
        </pc:spChg>
        <pc:spChg chg="add mod">
          <ac:chgData name="Beiker Jaramillo" userId="2a9080a9bd9a0cd0" providerId="LiveId" clId="{A1CAF5CC-AC85-4473-B488-31F720AF7A51}" dt="2026-10-02T19:52:35.474" v="34" actId="207"/>
          <ac:spMkLst>
            <pc:docMk/>
            <pc:sldMk cId="19702956" sldId="259"/>
            <ac:spMk id="18" creationId="{58551CB5-CA94-1AD4-2291-44E77EB68718}"/>
          </ac:spMkLst>
        </pc:spChg>
        <pc:picChg chg="add mod modCrop">
          <ac:chgData name="Beiker Jaramillo" userId="2a9080a9bd9a0cd0" providerId="LiveId" clId="{A1CAF5CC-AC85-4473-B488-31F720AF7A51}" dt="2026-10-02T19:56:14.291" v="51" actId="1076"/>
          <ac:picMkLst>
            <pc:docMk/>
            <pc:sldMk cId="19702956" sldId="259"/>
            <ac:picMk id="20" creationId="{D58C41F2-38D6-3856-2A00-55EEE65BE8DD}"/>
          </ac:picMkLst>
        </pc:picChg>
      </pc:sldChg>
      <pc:sldChg chg="addSp delSp modSp mod">
        <pc:chgData name="Beiker Jaramillo" userId="2a9080a9bd9a0cd0" providerId="LiveId" clId="{A1CAF5CC-AC85-4473-B488-31F720AF7A51}" dt="2026-10-02T19:55:56.907" v="46" actId="1076"/>
        <pc:sldMkLst>
          <pc:docMk/>
          <pc:sldMk cId="1717583057" sldId="260"/>
        </pc:sldMkLst>
        <pc:spChg chg="add mod">
          <ac:chgData name="Beiker Jaramillo" userId="2a9080a9bd9a0cd0" providerId="LiveId" clId="{A1CAF5CC-AC85-4473-B488-31F720AF7A51}" dt="2026-10-02T19:52:44.318" v="37" actId="207"/>
          <ac:spMkLst>
            <pc:docMk/>
            <pc:sldMk cId="1717583057" sldId="260"/>
            <ac:spMk id="11" creationId="{EB443D57-126E-585D-0959-EE700E49FDDD}"/>
          </ac:spMkLst>
        </pc:spChg>
        <pc:spChg chg="add mod">
          <ac:chgData name="Beiker Jaramillo" userId="2a9080a9bd9a0cd0" providerId="LiveId" clId="{A1CAF5CC-AC85-4473-B488-31F720AF7A51}" dt="2026-10-02T19:52:44.318" v="37" actId="207"/>
          <ac:spMkLst>
            <pc:docMk/>
            <pc:sldMk cId="1717583057" sldId="260"/>
            <ac:spMk id="14" creationId="{44E44868-B766-744E-206E-1655B39FF898}"/>
          </ac:spMkLst>
        </pc:spChg>
        <pc:spChg chg="add del">
          <ac:chgData name="Beiker Jaramillo" userId="2a9080a9bd9a0cd0" providerId="LiveId" clId="{A1CAF5CC-AC85-4473-B488-31F720AF7A51}" dt="2026-10-02T19:51:36.827" v="18" actId="478"/>
          <ac:spMkLst>
            <pc:docMk/>
            <pc:sldMk cId="1717583057" sldId="260"/>
            <ac:spMk id="20" creationId="{018CED07-D843-7DA7-ADA8-B7E4FCDDEC1E}"/>
          </ac:spMkLst>
        </pc:spChg>
        <pc:picChg chg="add mod modCrop">
          <ac:chgData name="Beiker Jaramillo" userId="2a9080a9bd9a0cd0" providerId="LiveId" clId="{A1CAF5CC-AC85-4473-B488-31F720AF7A51}" dt="2026-10-02T19:55:56.907" v="46" actId="1076"/>
          <ac:picMkLst>
            <pc:docMk/>
            <pc:sldMk cId="1717583057" sldId="260"/>
            <ac:picMk id="23" creationId="{838ABFFC-1227-74FA-0FA2-FC4358A05E6D}"/>
          </ac:picMkLst>
        </pc:picChg>
      </pc:sldChg>
      <pc:sldChg chg="addSp delSp modSp mod">
        <pc:chgData name="Beiker Jaramillo" userId="2a9080a9bd9a0cd0" providerId="LiveId" clId="{A1CAF5CC-AC85-4473-B488-31F720AF7A51}" dt="2026-10-02T19:55:29.866" v="42" actId="1076"/>
        <pc:sldMkLst>
          <pc:docMk/>
          <pc:sldMk cId="4080047849" sldId="261"/>
        </pc:sldMkLst>
        <pc:spChg chg="add">
          <ac:chgData name="Beiker Jaramillo" userId="2a9080a9bd9a0cd0" providerId="LiveId" clId="{A1CAF5CC-AC85-4473-B488-31F720AF7A51}" dt="2026-10-02T19:49:54.652" v="2" actId="22"/>
          <ac:spMkLst>
            <pc:docMk/>
            <pc:sldMk cId="4080047849" sldId="261"/>
            <ac:spMk id="9" creationId="{573EDEB8-3C9B-C228-E0A5-3633E36A2CD1}"/>
          </ac:spMkLst>
        </pc:spChg>
        <pc:spChg chg="add del">
          <ac:chgData name="Beiker Jaramillo" userId="2a9080a9bd9a0cd0" providerId="LiveId" clId="{A1CAF5CC-AC85-4473-B488-31F720AF7A51}" dt="2026-10-02T19:51:59.367" v="23" actId="478"/>
          <ac:spMkLst>
            <pc:docMk/>
            <pc:sldMk cId="4080047849" sldId="261"/>
            <ac:spMk id="13" creationId="{9B37A0D6-B2B9-6B47-00B8-6ADE1B8B37DE}"/>
          </ac:spMkLst>
        </pc:spChg>
        <pc:spChg chg="add del">
          <ac:chgData name="Beiker Jaramillo" userId="2a9080a9bd9a0cd0" providerId="LiveId" clId="{A1CAF5CC-AC85-4473-B488-31F720AF7A51}" dt="2026-10-02T19:51:57.219" v="22" actId="478"/>
          <ac:spMkLst>
            <pc:docMk/>
            <pc:sldMk cId="4080047849" sldId="261"/>
            <ac:spMk id="16" creationId="{93E56727-8436-C719-328E-22A573DDC491}"/>
          </ac:spMkLst>
        </pc:spChg>
        <pc:spChg chg="add mod">
          <ac:chgData name="Beiker Jaramillo" userId="2a9080a9bd9a0cd0" providerId="LiveId" clId="{A1CAF5CC-AC85-4473-B488-31F720AF7A51}" dt="2026-10-02T19:53:01.698" v="38" actId="207"/>
          <ac:spMkLst>
            <pc:docMk/>
            <pc:sldMk cId="4080047849" sldId="261"/>
            <ac:spMk id="20" creationId="{E1516114-EB12-1A72-2088-4970CD2CEC87}"/>
          </ac:spMkLst>
        </pc:spChg>
        <pc:picChg chg="add mod">
          <ac:chgData name="Beiker Jaramillo" userId="2a9080a9bd9a0cd0" providerId="LiveId" clId="{A1CAF5CC-AC85-4473-B488-31F720AF7A51}" dt="2026-10-02T19:55:29.866" v="42" actId="1076"/>
          <ac:picMkLst>
            <pc:docMk/>
            <pc:sldMk cId="4080047849" sldId="261"/>
            <ac:picMk id="22" creationId="{0F585D4B-07A3-649C-133B-72622269FE61}"/>
          </ac:picMkLst>
        </pc:picChg>
      </pc:sldChg>
      <pc:sldChg chg="addSp delSp modSp new mod">
        <pc:chgData name="Beiker Jaramillo" userId="2a9080a9bd9a0cd0" providerId="LiveId" clId="{A1CAF5CC-AC85-4473-B488-31F720AF7A51}" dt="2026-10-02T19:58:41.139" v="87" actId="1076"/>
        <pc:sldMkLst>
          <pc:docMk/>
          <pc:sldMk cId="3260107963" sldId="262"/>
        </pc:sldMkLst>
        <pc:spChg chg="mod">
          <ac:chgData name="Beiker Jaramillo" userId="2a9080a9bd9a0cd0" providerId="LiveId" clId="{A1CAF5CC-AC85-4473-B488-31F720AF7A51}" dt="2026-10-02T19:58:41.139" v="87" actId="1076"/>
          <ac:spMkLst>
            <pc:docMk/>
            <pc:sldMk cId="3260107963" sldId="262"/>
            <ac:spMk id="2" creationId="{F7DDFF55-7E18-E104-CDFE-E48311C23C2A}"/>
          </ac:spMkLst>
        </pc:spChg>
        <pc:spChg chg="add del mod ord">
          <ac:chgData name="Beiker Jaramillo" userId="2a9080a9bd9a0cd0" providerId="LiveId" clId="{A1CAF5CC-AC85-4473-B488-31F720AF7A51}" dt="2026-10-02T19:58:06.545" v="80" actId="11529"/>
          <ac:spMkLst>
            <pc:docMk/>
            <pc:sldMk cId="3260107963" sldId="262"/>
            <ac:spMk id="3" creationId="{2B23F58E-2D4F-E2AF-C615-B22E29CABCD1}"/>
          </ac:spMkLst>
        </pc:spChg>
        <pc:spChg chg="add mod ord">
          <ac:chgData name="Beiker Jaramillo" userId="2a9080a9bd9a0cd0" providerId="LiveId" clId="{A1CAF5CC-AC85-4473-B488-31F720AF7A51}" dt="2026-10-02T19:58:41.139" v="87" actId="1076"/>
          <ac:spMkLst>
            <pc:docMk/>
            <pc:sldMk cId="3260107963" sldId="262"/>
            <ac:spMk id="4" creationId="{1E60D399-FF1F-AA42-2EF6-5ACB6557927C}"/>
          </ac:spMkLst>
        </pc:sp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2T18:53:23.417"/>
    </inkml:context>
    <inkml:brush xml:id="br0">
      <inkml:brushProperty name="width" value="0.35" units="cm"/>
      <inkml:brushProperty name="height" value="0.35" units="cm"/>
    </inkml:brush>
  </inkml:definitions>
  <inkml:trace contextRef="#ctx0" brushRef="#br0">1 1 24575,'0'0'-8191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2T18:53:25.393"/>
    </inkml:context>
    <inkml:brush xml:id="br0">
      <inkml:brushProperty name="width" value="0.35" units="cm"/>
      <inkml:brushProperty name="height" value="0.35" units="cm"/>
    </inkml:brush>
  </inkml:definitions>
  <inkml:trace contextRef="#ctx0" brushRef="#br0">1 1 24575,'0'0'-8191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2T18:53:28.741"/>
    </inkml:context>
    <inkml:brush xml:id="br0">
      <inkml:brushProperty name="width" value="0.35" units="cm"/>
      <inkml:brushProperty name="height" value="0.35" units="cm"/>
    </inkml:brush>
  </inkml:definitions>
  <inkml:trace contextRef="#ctx0" brushRef="#br0">1 1 24575,'0'0'-8191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2T18:53:31.166"/>
    </inkml:context>
    <inkml:brush xml:id="br0">
      <inkml:brushProperty name="width" value="0.35" units="cm"/>
      <inkml:brushProperty name="height" value="0.35" units="cm"/>
    </inkml:brush>
  </inkml:definitions>
  <inkml:trace contextRef="#ctx0" brushRef="#br0">0 0 24575,'0'0'-8191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2T19:01:24.723"/>
    </inkml:context>
    <inkml:brush xml:id="br0">
      <inkml:brushProperty name="width" value="0.35" units="cm"/>
      <inkml:brushProperty name="height" value="0.35" units="cm"/>
    </inkml:brush>
  </inkml:definitions>
  <inkml:trace contextRef="#ctx0" brushRef="#br0">1 1 24575,'0'0'-8191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2T19:01:24.724"/>
    </inkml:context>
    <inkml:brush xml:id="br0">
      <inkml:brushProperty name="width" value="0.35" units="cm"/>
      <inkml:brushProperty name="height" value="0.35" units="cm"/>
    </inkml:brush>
  </inkml:definitions>
  <inkml:trace contextRef="#ctx0" brushRef="#br0">1 1 24575,'0'0'-8191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2T19:01:24.725"/>
    </inkml:context>
    <inkml:brush xml:id="br0">
      <inkml:brushProperty name="width" value="0.35" units="cm"/>
      <inkml:brushProperty name="height" value="0.35" units="cm"/>
    </inkml:brush>
  </inkml:definitions>
  <inkml:trace contextRef="#ctx0" brushRef="#br0">1 1 24575,'0'0'-8191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D6183F3-3B20-48CE-8BCA-05D8D22FB02A}" type="datetimeFigureOut">
              <a:rPr lang="es-CO" smtClean="0"/>
              <a:t>2/10/2026</a:t>
            </a:fld>
            <a:endParaRPr lang="es-CO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E55B8E2-1E74-4C0D-A0A0-F29C89DB4FF8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3930680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AB9514D-9C55-954E-EB38-EB39B7950C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D84D1AC-0C37-D356-FADD-E01656AEC84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7A425CB-B004-CA73-1672-E9C48BD154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352F74-EEB0-4206-A782-9E8033D79479}" type="datetimeFigureOut">
              <a:rPr lang="es-CO" smtClean="0"/>
              <a:t>2/10/2026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A6B4EB1-3557-4372-BC0D-37857AAAF2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47DC364-CA25-8AA2-86AE-9559090BF0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D5B45A-EF1C-4C71-873E-D9F34FAAC4D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5260900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F9231BB-2EDA-D411-DF58-5068CB4426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4B3EB4F-CB0B-0AFC-F8C1-02699D3465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E8E2010-45D2-8BA6-F08F-49959474B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352F74-EEB0-4206-A782-9E8033D79479}" type="datetimeFigureOut">
              <a:rPr lang="es-CO" smtClean="0"/>
              <a:t>2/10/2026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7E49B3D-6D00-F90F-6420-E272F901CD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DA2F61E-3A50-F525-ECF0-8A7D45F51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D5B45A-EF1C-4C71-873E-D9F34FAAC4D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8752246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3882940-E233-0DD6-B43B-82D9B3BEC8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4FE032B-D057-223F-1117-536B262436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AFA76B0-5317-C585-80A5-C69E61FC8C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352F74-EEB0-4206-A782-9E8033D79479}" type="datetimeFigureOut">
              <a:rPr lang="es-CO" smtClean="0"/>
              <a:t>2/10/2026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2BF4883-F386-ED42-0267-16372356CE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F291DF1-13AC-CBF3-5247-07FAF1650C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D5B45A-EF1C-4C71-873E-D9F34FAAC4D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138461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FC1A277-C8F5-DBC5-1D9D-715B24D9DF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A94C1D6-218C-2A72-F0EE-7C5CA80093A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06858D72-05A2-7049-33F6-70D1DE1CAA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ADFC08A3-BCBD-3F5B-F7A1-05E0CCE733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352F74-EEB0-4206-A782-9E8033D79479}" type="datetimeFigureOut">
              <a:rPr lang="es-CO" smtClean="0"/>
              <a:t>2/10/2026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008F093-073E-002C-E8F9-4A80F4719D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025D6304-4ECA-5E49-CBDB-C0FDF1690A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D5B45A-EF1C-4C71-873E-D9F34FAAC4D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7324512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B1BD51C-2A9F-8AA5-5DE0-6078C24D81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9E41FBF-966C-1421-8822-45EDE16D54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D8F528E8-DBC1-7B0D-2891-389173EA56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C2B9A45A-A0BC-C7D1-5FB0-5EC5090EC52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CDDC4187-FC2A-90FD-6A9D-16FD9C76901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FEBE96F3-313D-5E4D-CECC-8760EEB0AE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352F74-EEB0-4206-A782-9E8033D79479}" type="datetimeFigureOut">
              <a:rPr lang="es-CO" smtClean="0"/>
              <a:t>2/10/2026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66E14E5A-6476-C531-C452-A65D1D3A8F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EFC79B30-5CE1-F229-0DBC-A910DFB27F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D5B45A-EF1C-4C71-873E-D9F34FAAC4D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344579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4E5F0D8-E88F-61AD-D609-B5EB1B1C02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A505DE10-9B5B-6C2F-78B5-7700D15FF2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352F74-EEB0-4206-A782-9E8033D79479}" type="datetimeFigureOut">
              <a:rPr lang="es-CO" smtClean="0"/>
              <a:t>2/10/2026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250E2800-FC50-6646-00FD-13A5519813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5B8B8A51-8AE9-81CF-FE76-C3B1C959E5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D5B45A-EF1C-4C71-873E-D9F34FAAC4D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5718692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0B873338-B6A3-1C5E-53EA-B6456433DC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352F74-EEB0-4206-A782-9E8033D79479}" type="datetimeFigureOut">
              <a:rPr lang="es-CO" smtClean="0"/>
              <a:t>2/10/2026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D547215E-BBBD-B662-E8F2-6556F91526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B701D03-9261-09F0-9167-825FA344C6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D5B45A-EF1C-4C71-873E-D9F34FAAC4D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83698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18E881D-32FE-220B-0668-81870888AF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69BB2CA-33F3-C7DF-AE2C-A1238CAF7E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C4BFE085-D469-D55C-C53C-C7EA8B195F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0CFBEEF-4674-D226-36E5-6F448435C8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352F74-EEB0-4206-A782-9E8033D79479}" type="datetimeFigureOut">
              <a:rPr lang="es-CO" smtClean="0"/>
              <a:t>2/10/2026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9C17C07-AE15-7EAE-323F-1841F4FD51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2029C27-A5E8-417C-D5B2-ECEA0A9EA7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D5B45A-EF1C-4C71-873E-D9F34FAAC4D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1102531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7622B61-D91E-0BF8-D63C-DA350CE6DB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ED51B151-AE7E-CEA0-D6C9-9B73F2D7A0C7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FA506674-B66C-0AA3-B2BF-A0679B0D6C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AE1C6ED-81B9-1E3E-6EF4-B7298D058D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352F74-EEB0-4206-A782-9E8033D79479}" type="datetimeFigureOut">
              <a:rPr lang="es-CO" smtClean="0"/>
              <a:t>2/10/2026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81C1601-0578-05BA-2FD5-4C9ACA3E2C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2B1E133-B3BF-9338-A5AE-6BA4265635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D5B45A-EF1C-4C71-873E-D9F34FAAC4D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7835754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3FAF4D-E914-E401-E91E-E8ACB224D3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459A50B7-B6EE-706A-1EA6-4592B3CF75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C1897F9-8615-1B01-85FF-2B1CE8799B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352F74-EEB0-4206-A782-9E8033D79479}" type="datetimeFigureOut">
              <a:rPr lang="es-CO" smtClean="0"/>
              <a:t>2/10/2026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73DE200-A68B-4829-BBCB-0B59AE118A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9663DBA-2E7A-20BA-6169-5CF0C06389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D5B45A-EF1C-4C71-873E-D9F34FAAC4D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656629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BA786D5E-5821-CDA2-137B-C3E2CCC3533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80A50F93-31FC-53C6-F290-5C77F31109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E66B25E-1138-90A1-F382-A81131EFC7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352F74-EEB0-4206-A782-9E8033D79479}" type="datetimeFigureOut">
              <a:rPr lang="es-CO" smtClean="0"/>
              <a:t>2/10/2026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B67F96F-7325-5246-79AC-745F3F68C0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C1521F8-BEB2-30B6-E56C-3AD86CD7C3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D5B45A-EF1C-4C71-873E-D9F34FAAC4D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0242893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9CF26DC3-4B57-7782-E178-3503A4B739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A7436BC-F4E9-9C6C-2D90-9E2F9A7853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0F0F66D-7DB9-C4EA-7593-BB21775884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1352F74-EEB0-4206-A782-9E8033D79479}" type="datetimeFigureOut">
              <a:rPr lang="es-CO" smtClean="0"/>
              <a:t>2/10/2026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FFE9409-3137-65C8-A1A3-D06ECE68CAB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DB18492-DB53-0FFC-4077-626B7ADD9BC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0D5B45A-EF1C-4C71-873E-D9F34FAAC4D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76525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4.xml"/><Relationship Id="rId5" Type="http://schemas.openxmlformats.org/officeDocument/2006/relationships/customXml" Target="../ink/ink3.xml"/><Relationship Id="rId4" Type="http://schemas.openxmlformats.org/officeDocument/2006/relationships/customXml" Target="../ink/ink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customXml" Target="../ink/ink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png"/><Relationship Id="rId5" Type="http://schemas.openxmlformats.org/officeDocument/2006/relationships/customXml" Target="../ink/ink7.xml"/><Relationship Id="rId4" Type="http://schemas.openxmlformats.org/officeDocument/2006/relationships/customXml" Target="../ink/ink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A51C1BC-6795-32A0-8AF6-7087985E70B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100771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es-CO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TALLER PRÁCTICO</a:t>
            </a:r>
            <a:br>
              <a:rPr lang="es-CO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s-CO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PROTOTIPO RÁPIDO “A MANO ALZADA”</a:t>
            </a:r>
          </a:p>
        </p:txBody>
      </p:sp>
    </p:spTree>
    <p:extLst>
      <p:ext uri="{BB962C8B-B14F-4D97-AF65-F5344CB8AC3E}">
        <p14:creationId xmlns:p14="http://schemas.microsoft.com/office/powerpoint/2010/main" val="3160001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1E60D399-FF1F-AA42-2EF6-5ACB6557927C}"/>
              </a:ext>
            </a:extLst>
          </p:cNvPr>
          <p:cNvSpPr/>
          <p:nvPr/>
        </p:nvSpPr>
        <p:spPr>
          <a:xfrm>
            <a:off x="3372612" y="2240280"/>
            <a:ext cx="6071616" cy="267004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7DDFF55-7E18-E104-CDFE-E48311C23C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83152" y="2848514"/>
            <a:ext cx="5050536" cy="1325563"/>
          </a:xfrm>
        </p:spPr>
        <p:txBody>
          <a:bodyPr>
            <a:normAutofit fontScale="90000"/>
          </a:bodyPr>
          <a:lstStyle/>
          <a:p>
            <a:r>
              <a:rPr lang="es-MX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CREDISTEP</a:t>
            </a:r>
            <a:endParaRPr lang="es-CO" sz="7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601079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ángulo: esquinas redondeadas 17">
            <a:extLst>
              <a:ext uri="{FF2B5EF4-FFF2-40B4-BE49-F238E27FC236}">
                <a16:creationId xmlns:a16="http://schemas.microsoft.com/office/drawing/2014/main" id="{AEC0851C-080C-EF09-10B4-342C84EDA928}"/>
              </a:ext>
            </a:extLst>
          </p:cNvPr>
          <p:cNvSpPr/>
          <p:nvPr/>
        </p:nvSpPr>
        <p:spPr>
          <a:xfrm>
            <a:off x="6757416" y="411480"/>
            <a:ext cx="4575048" cy="202996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BF8A6E6F-75EB-AD12-96D9-B06479474CB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859536" y="521208"/>
            <a:ext cx="4425696" cy="603504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s-CO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4803D00E-87C4-2DC0-1187-615D96C21FB6}"/>
              </a:ext>
            </a:extLst>
          </p:cNvPr>
          <p:cNvSpPr/>
          <p:nvPr/>
        </p:nvSpPr>
        <p:spPr>
          <a:xfrm>
            <a:off x="1572768" y="804672"/>
            <a:ext cx="3072384" cy="59436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CREDISTEP</a:t>
            </a:r>
            <a:endParaRPr lang="es-CO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0EF9A051-DA72-7E49-AF06-50EF4A3CB76B}"/>
              </a:ext>
            </a:extLst>
          </p:cNvPr>
          <p:cNvSpPr/>
          <p:nvPr/>
        </p:nvSpPr>
        <p:spPr>
          <a:xfrm>
            <a:off x="1572768" y="1682496"/>
            <a:ext cx="3072384" cy="59436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Construye tu historial crediticio.</a:t>
            </a:r>
            <a:endParaRPr lang="es-CO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AB1667C7-1062-A5F9-D259-A3C83B90E107}"/>
              </a:ext>
            </a:extLst>
          </p:cNvPr>
          <p:cNvSpPr/>
          <p:nvPr/>
        </p:nvSpPr>
        <p:spPr>
          <a:xfrm>
            <a:off x="1307592" y="2734056"/>
            <a:ext cx="3648456" cy="85953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Aprende, planifica y construye tu futuro!</a:t>
            </a:r>
            <a:endParaRPr lang="es-CO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C719C6F2-4EA0-5416-71CD-4B7F28DC087F}"/>
              </a:ext>
            </a:extLst>
          </p:cNvPr>
          <p:cNvSpPr/>
          <p:nvPr/>
        </p:nvSpPr>
        <p:spPr>
          <a:xfrm>
            <a:off x="2103120" y="4069080"/>
            <a:ext cx="2002536" cy="484632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COMENZAR</a:t>
            </a:r>
            <a:endParaRPr lang="es-CO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7543CA11-CB95-F8F7-7EC8-904CCBA09BC6}"/>
              </a:ext>
            </a:extLst>
          </p:cNvPr>
          <p:cNvSpPr/>
          <p:nvPr/>
        </p:nvSpPr>
        <p:spPr>
          <a:xfrm>
            <a:off x="1755648" y="4663440"/>
            <a:ext cx="2642616" cy="26517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>
                <a:latin typeface="Times New Roman" panose="02020603050405020304" pitchFamily="18" charset="0"/>
                <a:cs typeface="Times New Roman" panose="02020603050405020304" pitchFamily="18" charset="0"/>
              </a:rPr>
              <a:t>¿Ya tienes cuenta?</a:t>
            </a:r>
            <a:endParaRPr lang="es-CO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62498A1A-8579-8D86-0912-AB0DAD5EDAB2}"/>
              </a:ext>
            </a:extLst>
          </p:cNvPr>
          <p:cNvSpPr/>
          <p:nvPr/>
        </p:nvSpPr>
        <p:spPr>
          <a:xfrm>
            <a:off x="2391156" y="5106924"/>
            <a:ext cx="1458468" cy="265176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INGRESA</a:t>
            </a:r>
            <a:endParaRPr lang="es-CO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7F5DEAEA-0EC8-E694-869D-E923163F1EEA}"/>
              </a:ext>
            </a:extLst>
          </p:cNvPr>
          <p:cNvSpPr txBox="1"/>
          <p:nvPr/>
        </p:nvSpPr>
        <p:spPr>
          <a:xfrm>
            <a:off x="7411214" y="521208"/>
            <a:ext cx="33467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Pantalla 1 — Inicio de sesión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FDBADCBE-4D98-F221-CBAD-DD06699391DD}"/>
              </a:ext>
            </a:extLst>
          </p:cNvPr>
          <p:cNvSpPr txBox="1"/>
          <p:nvPr/>
        </p:nvSpPr>
        <p:spPr>
          <a:xfrm>
            <a:off x="7040881" y="890540"/>
            <a:ext cx="408736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Es la primera pantalla que ve la persona al abrir </a:t>
            </a:r>
            <a:r>
              <a:rPr lang="es-CO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CrediStep</a:t>
            </a:r>
            <a:r>
              <a:rPr lang="es-CO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Aquí se explica brevemente que la aplicación ayuda a los jóvenes a empezar a construir su historial crediticio.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A99A0863-CD5A-56FC-660F-379F27E7B23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30214" b="50933"/>
          <a:stretch>
            <a:fillRect/>
          </a:stretch>
        </p:blipFill>
        <p:spPr>
          <a:xfrm>
            <a:off x="7209756" y="2971800"/>
            <a:ext cx="3918493" cy="33649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58581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2CA4A4-3324-ACC8-E552-F2D6EB2FCF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E12ACEDC-C9C8-BCCE-87A6-C56685A0467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859536" y="521208"/>
            <a:ext cx="4425696" cy="603504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s-CO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1CA29B27-0355-BF63-4F9A-A05496D7D9F3}"/>
              </a:ext>
            </a:extLst>
          </p:cNvPr>
          <p:cNvSpPr/>
          <p:nvPr/>
        </p:nvSpPr>
        <p:spPr>
          <a:xfrm>
            <a:off x="1572768" y="804672"/>
            <a:ext cx="3072384" cy="59436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DIAGNOSTICO</a:t>
            </a:r>
            <a:endParaRPr lang="es-CO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4616B6DF-0A61-E2B9-484F-9D737C1E3F99}"/>
              </a:ext>
            </a:extLst>
          </p:cNvPr>
          <p:cNvSpPr/>
          <p:nvPr/>
        </p:nvSpPr>
        <p:spPr>
          <a:xfrm>
            <a:off x="1572768" y="1682496"/>
            <a:ext cx="3072384" cy="59436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Pregunta 2 de 5</a:t>
            </a:r>
            <a:endParaRPr lang="es-CO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4B7B6D35-3C66-3E94-88A0-4AFE1761A043}"/>
              </a:ext>
            </a:extLst>
          </p:cNvPr>
          <p:cNvSpPr/>
          <p:nvPr/>
        </p:nvSpPr>
        <p:spPr>
          <a:xfrm>
            <a:off x="1307592" y="2734056"/>
            <a:ext cx="3648456" cy="85953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>
                <a:latin typeface="Times New Roman" panose="02020603050405020304" pitchFamily="18" charset="0"/>
                <a:cs typeface="Times New Roman" panose="02020603050405020304" pitchFamily="18" charset="0"/>
              </a:rPr>
              <a:t>¿Actualmente tienes algún producto financiero?</a:t>
            </a:r>
            <a:endParaRPr lang="es-CO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B542C285-24F3-745E-8E54-7B65FBC2606F}"/>
              </a:ext>
            </a:extLst>
          </p:cNvPr>
          <p:cNvSpPr/>
          <p:nvPr/>
        </p:nvSpPr>
        <p:spPr>
          <a:xfrm>
            <a:off x="2139696" y="3959352"/>
            <a:ext cx="2029968" cy="297180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Cuenta de ahorros</a:t>
            </a:r>
            <a:endParaRPr lang="es-CO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ED6BAF6F-A7CD-8B9B-F9D2-303A05A03C98}"/>
              </a:ext>
            </a:extLst>
          </p:cNvPr>
          <p:cNvSpPr/>
          <p:nvPr/>
        </p:nvSpPr>
        <p:spPr>
          <a:xfrm>
            <a:off x="2139696" y="4313682"/>
            <a:ext cx="2029968" cy="297180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Tarjeta de crédito</a:t>
            </a:r>
            <a:endParaRPr lang="es-CO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60A7A370-A8B9-FA3A-4A7A-5132BE278CFC}"/>
              </a:ext>
            </a:extLst>
          </p:cNvPr>
          <p:cNvSpPr/>
          <p:nvPr/>
        </p:nvSpPr>
        <p:spPr>
          <a:xfrm>
            <a:off x="2139696" y="4672584"/>
            <a:ext cx="2029968" cy="297180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Crédito</a:t>
            </a:r>
            <a:endParaRPr lang="es-CO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99867EB7-F1F0-A347-43EA-4A5753433132}"/>
              </a:ext>
            </a:extLst>
          </p:cNvPr>
          <p:cNvSpPr/>
          <p:nvPr/>
        </p:nvSpPr>
        <p:spPr>
          <a:xfrm>
            <a:off x="2139696" y="5042916"/>
            <a:ext cx="2029968" cy="297180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>
                <a:latin typeface="Times New Roman" panose="02020603050405020304" pitchFamily="18" charset="0"/>
                <a:cs typeface="Times New Roman" panose="02020603050405020304" pitchFamily="18" charset="0"/>
              </a:rPr>
              <a:t>Ninguno</a:t>
            </a:r>
            <a:endParaRPr lang="es-CO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8" name="Entrada de lápiz 17">
                <a:extLst>
                  <a:ext uri="{FF2B5EF4-FFF2-40B4-BE49-F238E27FC236}">
                    <a16:creationId xmlns:a16="http://schemas.microsoft.com/office/drawing/2014/main" id="{AE52556B-B621-E6BD-9C2B-EBFF53BBEB93}"/>
                  </a:ext>
                </a:extLst>
              </p14:cNvPr>
              <p14:cNvContentPartPr/>
              <p14:nvPr/>
            </p14:nvContentPartPr>
            <p14:xfrm>
              <a:off x="1965744" y="4096224"/>
              <a:ext cx="360" cy="360"/>
            </p14:xfrm>
          </p:contentPart>
        </mc:Choice>
        <mc:Fallback xmlns="">
          <p:pic>
            <p:nvPicPr>
              <p:cNvPr id="18" name="Entrada de lápiz 17">
                <a:extLst>
                  <a:ext uri="{FF2B5EF4-FFF2-40B4-BE49-F238E27FC236}">
                    <a16:creationId xmlns:a16="http://schemas.microsoft.com/office/drawing/2014/main" id="{AE52556B-B621-E6BD-9C2B-EBFF53BBEB93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03104" y="4033584"/>
                <a:ext cx="126000" cy="12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9" name="Entrada de lápiz 18">
                <a:extLst>
                  <a:ext uri="{FF2B5EF4-FFF2-40B4-BE49-F238E27FC236}">
                    <a16:creationId xmlns:a16="http://schemas.microsoft.com/office/drawing/2014/main" id="{5B1F4F60-95AB-5D01-8AB9-1ACA000AD7FB}"/>
                  </a:ext>
                </a:extLst>
              </p14:cNvPr>
              <p14:cNvContentPartPr/>
              <p14:nvPr/>
            </p14:nvContentPartPr>
            <p14:xfrm>
              <a:off x="1947384" y="4461984"/>
              <a:ext cx="360" cy="360"/>
            </p14:xfrm>
          </p:contentPart>
        </mc:Choice>
        <mc:Fallback xmlns="">
          <p:pic>
            <p:nvPicPr>
              <p:cNvPr id="19" name="Entrada de lápiz 18">
                <a:extLst>
                  <a:ext uri="{FF2B5EF4-FFF2-40B4-BE49-F238E27FC236}">
                    <a16:creationId xmlns:a16="http://schemas.microsoft.com/office/drawing/2014/main" id="{5B1F4F60-95AB-5D01-8AB9-1ACA000AD7F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884744" y="4399344"/>
                <a:ext cx="126000" cy="12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0" name="Entrada de lápiz 19">
                <a:extLst>
                  <a:ext uri="{FF2B5EF4-FFF2-40B4-BE49-F238E27FC236}">
                    <a16:creationId xmlns:a16="http://schemas.microsoft.com/office/drawing/2014/main" id="{E7AAD4D9-A2DE-C7AB-5CF9-9A5667FA4DA1}"/>
                  </a:ext>
                </a:extLst>
              </p14:cNvPr>
              <p14:cNvContentPartPr/>
              <p14:nvPr/>
            </p14:nvContentPartPr>
            <p14:xfrm>
              <a:off x="1947384" y="4827744"/>
              <a:ext cx="360" cy="360"/>
            </p14:xfrm>
          </p:contentPart>
        </mc:Choice>
        <mc:Fallback xmlns="">
          <p:pic>
            <p:nvPicPr>
              <p:cNvPr id="20" name="Entrada de lápiz 19">
                <a:extLst>
                  <a:ext uri="{FF2B5EF4-FFF2-40B4-BE49-F238E27FC236}">
                    <a16:creationId xmlns:a16="http://schemas.microsoft.com/office/drawing/2014/main" id="{E7AAD4D9-A2DE-C7AB-5CF9-9A5667FA4DA1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884744" y="4765104"/>
                <a:ext cx="126000" cy="12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21" name="Entrada de lápiz 20">
                <a:extLst>
                  <a:ext uri="{FF2B5EF4-FFF2-40B4-BE49-F238E27FC236}">
                    <a16:creationId xmlns:a16="http://schemas.microsoft.com/office/drawing/2014/main" id="{97DEA519-CE32-959F-47C5-7D78773CD940}"/>
                  </a:ext>
                </a:extLst>
              </p14:cNvPr>
              <p14:cNvContentPartPr/>
              <p14:nvPr/>
            </p14:nvContentPartPr>
            <p14:xfrm>
              <a:off x="1929384" y="5202864"/>
              <a:ext cx="360" cy="360"/>
            </p14:xfrm>
          </p:contentPart>
        </mc:Choice>
        <mc:Fallback xmlns="">
          <p:pic>
            <p:nvPicPr>
              <p:cNvPr id="21" name="Entrada de lápiz 20">
                <a:extLst>
                  <a:ext uri="{FF2B5EF4-FFF2-40B4-BE49-F238E27FC236}">
                    <a16:creationId xmlns:a16="http://schemas.microsoft.com/office/drawing/2014/main" id="{97DEA519-CE32-959F-47C5-7D78773CD94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866384" y="5139864"/>
                <a:ext cx="126000" cy="126000"/>
              </a:xfrm>
              <a:prstGeom prst="rect">
                <a:avLst/>
              </a:prstGeom>
            </p:spPr>
          </p:pic>
        </mc:Fallback>
      </mc:AlternateContent>
      <p:sp>
        <p:nvSpPr>
          <p:cNvPr id="23" name="Rectángulo: esquinas redondeadas 22">
            <a:extLst>
              <a:ext uri="{FF2B5EF4-FFF2-40B4-BE49-F238E27FC236}">
                <a16:creationId xmlns:a16="http://schemas.microsoft.com/office/drawing/2014/main" id="{C1908EE2-91EC-650D-4DA1-4E30E5236038}"/>
              </a:ext>
            </a:extLst>
          </p:cNvPr>
          <p:cNvSpPr/>
          <p:nvPr/>
        </p:nvSpPr>
        <p:spPr>
          <a:xfrm>
            <a:off x="6757416" y="384048"/>
            <a:ext cx="4575048" cy="202996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5E71E0C8-5BBF-BC31-4DF9-F79AA4AAB36B}"/>
              </a:ext>
            </a:extLst>
          </p:cNvPr>
          <p:cNvSpPr txBox="1"/>
          <p:nvPr/>
        </p:nvSpPr>
        <p:spPr>
          <a:xfrm>
            <a:off x="6914388" y="521208"/>
            <a:ext cx="4261104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CO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Pantalla 2 — Conoce tu situación</a:t>
            </a:r>
          </a:p>
          <a:p>
            <a:pPr>
              <a:buNone/>
            </a:pPr>
            <a:r>
              <a:rPr lang="es-CO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Aquí la persona responde unas preguntas sencillas sobre su situación financiera, por ejemplo, si tiene una cuenta bancaria, si ha tenido algún crédito o si ya tiene historial crediticio.</a:t>
            </a:r>
          </a:p>
        </p:txBody>
      </p:sp>
      <p:pic>
        <p:nvPicPr>
          <p:cNvPr id="15" name="Imagen 14">
            <a:extLst>
              <a:ext uri="{FF2B5EF4-FFF2-40B4-BE49-F238E27FC236}">
                <a16:creationId xmlns:a16="http://schemas.microsoft.com/office/drawing/2014/main" id="{FDE93B6D-886C-E38A-255D-34E03B5C0D7C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-752" t="47600" r="29698" b="4400"/>
          <a:stretch>
            <a:fillRect/>
          </a:stretch>
        </p:blipFill>
        <p:spPr>
          <a:xfrm>
            <a:off x="7050095" y="2889504"/>
            <a:ext cx="3989690" cy="3291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13643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DE4AD0-7F79-1987-7009-93161812A4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7D57496D-8273-B199-C541-F808E263DAC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859536" y="521208"/>
            <a:ext cx="4425696" cy="603504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s-CO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10A7D0E7-0C00-2198-A962-D92390958055}"/>
              </a:ext>
            </a:extLst>
          </p:cNvPr>
          <p:cNvSpPr/>
          <p:nvPr/>
        </p:nvSpPr>
        <p:spPr>
          <a:xfrm>
            <a:off x="1572768" y="804672"/>
            <a:ext cx="3072384" cy="59436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 diagnostico</a:t>
            </a:r>
            <a:endParaRPr lang="es-CO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CDBC4A2A-EDAD-4EC8-5A34-A3FD985D8BF9}"/>
              </a:ext>
            </a:extLst>
          </p:cNvPr>
          <p:cNvSpPr/>
          <p:nvPr/>
        </p:nvSpPr>
        <p:spPr>
          <a:xfrm>
            <a:off x="1572768" y="1682496"/>
            <a:ext cx="3072384" cy="59436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>
                <a:latin typeface="Times New Roman" panose="02020603050405020304" pitchFamily="18" charset="0"/>
                <a:cs typeface="Times New Roman" panose="02020603050405020304" pitchFamily="18" charset="0"/>
              </a:rPr>
              <a:t>TU PERFIL</a:t>
            </a:r>
          </a:p>
          <a:p>
            <a:pPr algn="ctr"/>
            <a:r>
              <a:rPr lang="es-MX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45%</a:t>
            </a:r>
            <a:endParaRPr lang="es-CO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907B6232-B307-3C4E-6F7F-96E7D5A9F5D6}"/>
              </a:ext>
            </a:extLst>
          </p:cNvPr>
          <p:cNvSpPr/>
          <p:nvPr/>
        </p:nvSpPr>
        <p:spPr>
          <a:xfrm>
            <a:off x="1307592" y="2734056"/>
            <a:ext cx="3648456" cy="85953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Tienes buenos hábitos financieros, pero aun puedes mejorar!</a:t>
            </a:r>
            <a:endParaRPr lang="es-CO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9C9E6EE2-ACB2-89B5-0718-11CB01F098B1}"/>
              </a:ext>
            </a:extLst>
          </p:cNvPr>
          <p:cNvSpPr/>
          <p:nvPr/>
        </p:nvSpPr>
        <p:spPr>
          <a:xfrm>
            <a:off x="1842516" y="4050792"/>
            <a:ext cx="2555748" cy="265176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Tienes cuenta bancaria</a:t>
            </a:r>
            <a:endParaRPr lang="es-CO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E9DBB55A-4521-AC08-7039-2822FE5E781A}"/>
              </a:ext>
            </a:extLst>
          </p:cNvPr>
          <p:cNvSpPr/>
          <p:nvPr/>
        </p:nvSpPr>
        <p:spPr>
          <a:xfrm>
            <a:off x="1842516" y="4489704"/>
            <a:ext cx="2555748" cy="265176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tienes historial</a:t>
            </a:r>
            <a:endParaRPr lang="es-CO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2BD715BC-4446-C65F-1BBE-5F6418BC82AA}"/>
              </a:ext>
            </a:extLst>
          </p:cNvPr>
          <p:cNvSpPr/>
          <p:nvPr/>
        </p:nvSpPr>
        <p:spPr>
          <a:xfrm>
            <a:off x="1536192" y="5291328"/>
            <a:ext cx="3072384" cy="59436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 MI PLAN</a:t>
            </a:r>
            <a:endParaRPr lang="es-CO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Cara sonriente 8">
            <a:extLst>
              <a:ext uri="{FF2B5EF4-FFF2-40B4-BE49-F238E27FC236}">
                <a16:creationId xmlns:a16="http://schemas.microsoft.com/office/drawing/2014/main" id="{F15B3397-0529-88F4-F8B0-B8A799EC5884}"/>
              </a:ext>
            </a:extLst>
          </p:cNvPr>
          <p:cNvSpPr/>
          <p:nvPr/>
        </p:nvSpPr>
        <p:spPr>
          <a:xfrm>
            <a:off x="1419606" y="4050792"/>
            <a:ext cx="306324" cy="265176"/>
          </a:xfrm>
          <a:prstGeom prst="smileyFace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3" name="Símbolo &quot;No permitido&quot; 12">
            <a:extLst>
              <a:ext uri="{FF2B5EF4-FFF2-40B4-BE49-F238E27FC236}">
                <a16:creationId xmlns:a16="http://schemas.microsoft.com/office/drawing/2014/main" id="{8DEE64D3-382E-507F-296C-220FCFC627C6}"/>
              </a:ext>
            </a:extLst>
          </p:cNvPr>
          <p:cNvSpPr/>
          <p:nvPr/>
        </p:nvSpPr>
        <p:spPr>
          <a:xfrm>
            <a:off x="1419606" y="4489704"/>
            <a:ext cx="306324" cy="283464"/>
          </a:xfrm>
          <a:prstGeom prst="noSmoking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>
              <a:solidFill>
                <a:schemeClr val="tx1"/>
              </a:solidFill>
            </a:endParaRPr>
          </a:p>
        </p:txBody>
      </p:sp>
      <p:sp>
        <p:nvSpPr>
          <p:cNvPr id="6" name="Rectángulo: esquinas redondeadas 5">
            <a:extLst>
              <a:ext uri="{FF2B5EF4-FFF2-40B4-BE49-F238E27FC236}">
                <a16:creationId xmlns:a16="http://schemas.microsoft.com/office/drawing/2014/main" id="{45999C6B-6099-6B26-1A00-960A97730FB8}"/>
              </a:ext>
            </a:extLst>
          </p:cNvPr>
          <p:cNvSpPr/>
          <p:nvPr/>
        </p:nvSpPr>
        <p:spPr>
          <a:xfrm>
            <a:off x="6757416" y="384048"/>
            <a:ext cx="4575048" cy="202996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58551CB5-CA94-1AD4-2291-44E77EB68718}"/>
              </a:ext>
            </a:extLst>
          </p:cNvPr>
          <p:cNvSpPr txBox="1"/>
          <p:nvPr/>
        </p:nvSpPr>
        <p:spPr>
          <a:xfrm>
            <a:off x="6757416" y="521208"/>
            <a:ext cx="4575048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CO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Pantalla 3 — Resultado</a:t>
            </a:r>
          </a:p>
          <a:p>
            <a:pPr>
              <a:buNone/>
            </a:pPr>
            <a:r>
              <a:rPr lang="es-CO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Después de responder las preguntas, la aplicación muestra cómo está actualmente la persona. Por ejemplo, puede indicarle que está empezando a construir su historial y mostrarle qué aspectos puede mejorar.</a:t>
            </a:r>
          </a:p>
        </p:txBody>
      </p:sp>
      <p:pic>
        <p:nvPicPr>
          <p:cNvPr id="20" name="Imagen 19">
            <a:extLst>
              <a:ext uri="{FF2B5EF4-FFF2-40B4-BE49-F238E27FC236}">
                <a16:creationId xmlns:a16="http://schemas.microsoft.com/office/drawing/2014/main" id="{D58C41F2-38D6-3856-2A00-55EEE65BE8D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256" t="4400" r="14797" b="50000"/>
          <a:stretch>
            <a:fillRect/>
          </a:stretch>
        </p:blipFill>
        <p:spPr>
          <a:xfrm>
            <a:off x="6456045" y="3018843"/>
            <a:ext cx="5177790" cy="31272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029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8B58B0-41C9-6981-C52A-6654673898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7E20618C-AB13-D67A-780F-4DFD9A872DC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859536" y="521208"/>
            <a:ext cx="4425696" cy="603504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s-CO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1CB9D07E-6DC2-37F6-EB28-1BF6EBF858BA}"/>
              </a:ext>
            </a:extLst>
          </p:cNvPr>
          <p:cNvSpPr/>
          <p:nvPr/>
        </p:nvSpPr>
        <p:spPr>
          <a:xfrm>
            <a:off x="1572768" y="804672"/>
            <a:ext cx="3072384" cy="59436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 PLAN</a:t>
            </a:r>
            <a:endParaRPr lang="es-CO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18431197-DC26-B257-9156-12927D3DFA37}"/>
              </a:ext>
            </a:extLst>
          </p:cNvPr>
          <p:cNvSpPr/>
          <p:nvPr/>
        </p:nvSpPr>
        <p:spPr>
          <a:xfrm>
            <a:off x="1572768" y="1682496"/>
            <a:ext cx="3072384" cy="59436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Vamos paso a paso…</a:t>
            </a:r>
            <a:endParaRPr lang="es-CO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C66C7E5F-E663-E760-3258-5D36A185C514}"/>
              </a:ext>
            </a:extLst>
          </p:cNvPr>
          <p:cNvSpPr/>
          <p:nvPr/>
        </p:nvSpPr>
        <p:spPr>
          <a:xfrm>
            <a:off x="1307592" y="2734056"/>
            <a:ext cx="3648456" cy="85953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MX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Progreso </a:t>
            </a:r>
            <a:endParaRPr lang="es-CO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ángulo: esquinas redondeadas 3">
            <a:extLst>
              <a:ext uri="{FF2B5EF4-FFF2-40B4-BE49-F238E27FC236}">
                <a16:creationId xmlns:a16="http://schemas.microsoft.com/office/drawing/2014/main" id="{EE0F2779-3855-CAD3-7B2E-BFEEB6E9146B}"/>
              </a:ext>
            </a:extLst>
          </p:cNvPr>
          <p:cNvSpPr/>
          <p:nvPr/>
        </p:nvSpPr>
        <p:spPr>
          <a:xfrm>
            <a:off x="2391156" y="3054096"/>
            <a:ext cx="2002536" cy="265176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ángulo: esquinas redondeadas 5">
            <a:extLst>
              <a:ext uri="{FF2B5EF4-FFF2-40B4-BE49-F238E27FC236}">
                <a16:creationId xmlns:a16="http://schemas.microsoft.com/office/drawing/2014/main" id="{297422D3-74DC-7A95-774D-1A830C6CB584}"/>
              </a:ext>
            </a:extLst>
          </p:cNvPr>
          <p:cNvSpPr/>
          <p:nvPr/>
        </p:nvSpPr>
        <p:spPr>
          <a:xfrm>
            <a:off x="2391155" y="3054096"/>
            <a:ext cx="1430789" cy="265176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6DD796C8-04D9-FDF6-2146-A8C43238A480}"/>
              </a:ext>
            </a:extLst>
          </p:cNvPr>
          <p:cNvSpPr txBox="1"/>
          <p:nvPr/>
        </p:nvSpPr>
        <p:spPr>
          <a:xfrm>
            <a:off x="4384301" y="3013948"/>
            <a:ext cx="6222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>
                <a:latin typeface="Times New Roman" panose="02020603050405020304" pitchFamily="18" charset="0"/>
                <a:cs typeface="Times New Roman" panose="02020603050405020304" pitchFamily="18" charset="0"/>
              </a:rPr>
              <a:t>60%</a:t>
            </a:r>
            <a:endParaRPr lang="es-CO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B6B144DC-7418-6C35-A4A5-80C035385E47}"/>
              </a:ext>
            </a:extLst>
          </p:cNvPr>
          <p:cNvSpPr/>
          <p:nvPr/>
        </p:nvSpPr>
        <p:spPr>
          <a:xfrm>
            <a:off x="1856232" y="4098690"/>
            <a:ext cx="2669688" cy="269730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Mantener pagos puntuales</a:t>
            </a:r>
            <a:endParaRPr lang="es-CO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E816786C-FB35-3F52-6C58-88380EB5F774}"/>
              </a:ext>
            </a:extLst>
          </p:cNvPr>
          <p:cNvSpPr/>
          <p:nvPr/>
        </p:nvSpPr>
        <p:spPr>
          <a:xfrm>
            <a:off x="1856232" y="4453020"/>
            <a:ext cx="2668608" cy="263970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Registrar gastos</a:t>
            </a:r>
            <a:endParaRPr lang="es-CO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838A5ACA-53E0-5628-0289-67776A9C87F5}"/>
              </a:ext>
            </a:extLst>
          </p:cNvPr>
          <p:cNvSpPr/>
          <p:nvPr/>
        </p:nvSpPr>
        <p:spPr>
          <a:xfrm>
            <a:off x="1856232" y="4811922"/>
            <a:ext cx="2667168" cy="258210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Solicitar producto básico</a:t>
            </a:r>
            <a:endParaRPr lang="es-CO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7" name="Entrada de lápiz 16">
                <a:extLst>
                  <a:ext uri="{FF2B5EF4-FFF2-40B4-BE49-F238E27FC236}">
                    <a16:creationId xmlns:a16="http://schemas.microsoft.com/office/drawing/2014/main" id="{B9212DDF-4727-6331-649D-E8B9473D5C26}"/>
                  </a:ext>
                </a:extLst>
              </p14:cNvPr>
              <p14:cNvContentPartPr/>
              <p14:nvPr/>
            </p14:nvContentPartPr>
            <p14:xfrm>
              <a:off x="1663560" y="4233555"/>
              <a:ext cx="360" cy="360"/>
            </p14:xfrm>
          </p:contentPart>
        </mc:Choice>
        <mc:Fallback xmlns="">
          <p:pic>
            <p:nvPicPr>
              <p:cNvPr id="17" name="Entrada de lápiz 16">
                <a:extLst>
                  <a:ext uri="{FF2B5EF4-FFF2-40B4-BE49-F238E27FC236}">
                    <a16:creationId xmlns:a16="http://schemas.microsoft.com/office/drawing/2014/main" id="{B9212DDF-4727-6331-649D-E8B9473D5C26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600920" y="4170915"/>
                <a:ext cx="126000" cy="12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8" name="Entrada de lápiz 17">
                <a:extLst>
                  <a:ext uri="{FF2B5EF4-FFF2-40B4-BE49-F238E27FC236}">
                    <a16:creationId xmlns:a16="http://schemas.microsoft.com/office/drawing/2014/main" id="{DBB8CC79-BB62-82F5-0C1B-06650E76722F}"/>
                  </a:ext>
                </a:extLst>
              </p14:cNvPr>
              <p14:cNvContentPartPr/>
              <p14:nvPr/>
            </p14:nvContentPartPr>
            <p14:xfrm>
              <a:off x="1663920" y="4601322"/>
              <a:ext cx="360" cy="360"/>
            </p14:xfrm>
          </p:contentPart>
        </mc:Choice>
        <mc:Fallback xmlns="">
          <p:pic>
            <p:nvPicPr>
              <p:cNvPr id="18" name="Entrada de lápiz 17">
                <a:extLst>
                  <a:ext uri="{FF2B5EF4-FFF2-40B4-BE49-F238E27FC236}">
                    <a16:creationId xmlns:a16="http://schemas.microsoft.com/office/drawing/2014/main" id="{DBB8CC79-BB62-82F5-0C1B-06650E76722F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601280" y="4538682"/>
                <a:ext cx="126000" cy="12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9" name="Entrada de lápiz 18">
                <a:extLst>
                  <a:ext uri="{FF2B5EF4-FFF2-40B4-BE49-F238E27FC236}">
                    <a16:creationId xmlns:a16="http://schemas.microsoft.com/office/drawing/2014/main" id="{310492CB-BF55-9250-8F27-662AFE313D1A}"/>
                  </a:ext>
                </a:extLst>
              </p14:cNvPr>
              <p14:cNvContentPartPr/>
              <p14:nvPr/>
            </p14:nvContentPartPr>
            <p14:xfrm>
              <a:off x="1663920" y="4967082"/>
              <a:ext cx="360" cy="360"/>
            </p14:xfrm>
          </p:contentPart>
        </mc:Choice>
        <mc:Fallback xmlns="">
          <p:pic>
            <p:nvPicPr>
              <p:cNvPr id="19" name="Entrada de lápiz 18">
                <a:extLst>
                  <a:ext uri="{FF2B5EF4-FFF2-40B4-BE49-F238E27FC236}">
                    <a16:creationId xmlns:a16="http://schemas.microsoft.com/office/drawing/2014/main" id="{310492CB-BF55-9250-8F27-662AFE313D1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601280" y="4904442"/>
                <a:ext cx="126000" cy="126000"/>
              </a:xfrm>
              <a:prstGeom prst="rect">
                <a:avLst/>
              </a:prstGeom>
            </p:spPr>
          </p:pic>
        </mc:Fallback>
      </mc:AlternateContent>
      <p:sp>
        <p:nvSpPr>
          <p:cNvPr id="21" name="Rectángulo 20">
            <a:extLst>
              <a:ext uri="{FF2B5EF4-FFF2-40B4-BE49-F238E27FC236}">
                <a16:creationId xmlns:a16="http://schemas.microsoft.com/office/drawing/2014/main" id="{D01EBCA1-9B98-0420-8A59-580C735D799A}"/>
              </a:ext>
            </a:extLst>
          </p:cNvPr>
          <p:cNvSpPr/>
          <p:nvPr/>
        </p:nvSpPr>
        <p:spPr>
          <a:xfrm>
            <a:off x="1498645" y="5241645"/>
            <a:ext cx="3215808" cy="35895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Próximo objetivo:</a:t>
            </a:r>
            <a:endParaRPr lang="es-CO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B4480044-FCEE-329B-FF04-43C6D1CAD82B}"/>
              </a:ext>
            </a:extLst>
          </p:cNvPr>
          <p:cNvSpPr/>
          <p:nvPr/>
        </p:nvSpPr>
        <p:spPr>
          <a:xfrm>
            <a:off x="1570357" y="5719293"/>
            <a:ext cx="3072384" cy="59436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Realiza tus pagos a tiempo durante 30 días.</a:t>
            </a:r>
            <a:endParaRPr lang="es-CO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Rectángulo: esquinas redondeadas 10">
            <a:extLst>
              <a:ext uri="{FF2B5EF4-FFF2-40B4-BE49-F238E27FC236}">
                <a16:creationId xmlns:a16="http://schemas.microsoft.com/office/drawing/2014/main" id="{EB443D57-126E-585D-0959-EE700E49FDDD}"/>
              </a:ext>
            </a:extLst>
          </p:cNvPr>
          <p:cNvSpPr/>
          <p:nvPr/>
        </p:nvSpPr>
        <p:spPr>
          <a:xfrm>
            <a:off x="6757416" y="384048"/>
            <a:ext cx="4575048" cy="202996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44E44868-B766-744E-206E-1655B39FF898}"/>
              </a:ext>
            </a:extLst>
          </p:cNvPr>
          <p:cNvSpPr txBox="1"/>
          <p:nvPr/>
        </p:nvSpPr>
        <p:spPr>
          <a:xfrm>
            <a:off x="6906770" y="493776"/>
            <a:ext cx="422147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b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Pantalla 4 — Mi plan</a:t>
            </a:r>
          </a:p>
          <a:p>
            <a:r>
              <a:rPr lang="es-CO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Aquí CrediStep le muestra a la persona qué puede hacer para comenzar a construir un buen historial crediticio. Son pequeños pasos que puede ir realizando poco a poco.</a:t>
            </a:r>
          </a:p>
        </p:txBody>
      </p:sp>
      <p:pic>
        <p:nvPicPr>
          <p:cNvPr id="23" name="Imagen 22">
            <a:extLst>
              <a:ext uri="{FF2B5EF4-FFF2-40B4-BE49-F238E27FC236}">
                <a16:creationId xmlns:a16="http://schemas.microsoft.com/office/drawing/2014/main" id="{838ABFFC-1227-74FA-0FA2-FC4358A05E6D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3456" t="49919" r="22562"/>
          <a:stretch>
            <a:fillRect/>
          </a:stretch>
        </p:blipFill>
        <p:spPr>
          <a:xfrm>
            <a:off x="6649212" y="3013948"/>
            <a:ext cx="4791456" cy="34345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75830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9B3C82-1FC8-FAB9-28A4-22D76AFF73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9F844A7B-D53F-6FAB-9827-A0D1CC45354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859536" y="521208"/>
            <a:ext cx="4425696" cy="603504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s-CO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4C52EFB0-C3D0-CCDF-CD1E-D2CB3E150A2A}"/>
              </a:ext>
            </a:extLst>
          </p:cNvPr>
          <p:cNvSpPr/>
          <p:nvPr/>
        </p:nvSpPr>
        <p:spPr>
          <a:xfrm>
            <a:off x="1572768" y="804672"/>
            <a:ext cx="3072384" cy="59436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ACCION RECOMENDADA</a:t>
            </a:r>
            <a:endParaRPr lang="es-CO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4B86D61D-15A2-13E2-3015-7A993DE060C8}"/>
              </a:ext>
            </a:extLst>
          </p:cNvPr>
          <p:cNvSpPr/>
          <p:nvPr/>
        </p:nvSpPr>
        <p:spPr>
          <a:xfrm>
            <a:off x="1572768" y="1682496"/>
            <a:ext cx="3072384" cy="59436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Tarjeta de crédito.</a:t>
            </a:r>
            <a:endParaRPr lang="es-CO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D84ADF29-6AAE-0AA9-E94D-E3A2451A04EB}"/>
              </a:ext>
            </a:extLst>
          </p:cNvPr>
          <p:cNvSpPr/>
          <p:nvPr/>
        </p:nvSpPr>
        <p:spPr>
          <a:xfrm>
            <a:off x="1307592" y="2734056"/>
            <a:ext cx="3648456" cy="85953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 producto que puede ayudarte a construir historial crediticio de manera responsable.</a:t>
            </a:r>
            <a:endParaRPr lang="es-CO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DFBAF9E1-BDA3-74A8-A19A-50595F0B5E9B}"/>
              </a:ext>
            </a:extLst>
          </p:cNvPr>
          <p:cNvSpPr/>
          <p:nvPr/>
        </p:nvSpPr>
        <p:spPr>
          <a:xfrm>
            <a:off x="2011680" y="3803904"/>
            <a:ext cx="2295144" cy="265176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Antes de hacerlo:</a:t>
            </a:r>
            <a:endParaRPr lang="es-CO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97E3B1F4-7105-248D-E4E9-793251E369DA}"/>
              </a:ext>
            </a:extLst>
          </p:cNvPr>
          <p:cNvSpPr/>
          <p:nvPr/>
        </p:nvSpPr>
        <p:spPr>
          <a:xfrm>
            <a:off x="1837944" y="4340628"/>
            <a:ext cx="2669688" cy="269730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Revisa la cuota</a:t>
            </a:r>
            <a:endParaRPr lang="es-CO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542A90CE-75FA-FB54-F9D8-B1998AFFA53D}"/>
              </a:ext>
            </a:extLst>
          </p:cNvPr>
          <p:cNvSpPr/>
          <p:nvPr/>
        </p:nvSpPr>
        <p:spPr>
          <a:xfrm>
            <a:off x="1837944" y="4694958"/>
            <a:ext cx="2668608" cy="263970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Revisa los intereses</a:t>
            </a:r>
            <a:endParaRPr lang="es-CO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0C164997-7565-91DC-9F1F-065CE14977F7}"/>
              </a:ext>
            </a:extLst>
          </p:cNvPr>
          <p:cNvSpPr/>
          <p:nvPr/>
        </p:nvSpPr>
        <p:spPr>
          <a:xfrm>
            <a:off x="1837944" y="5053860"/>
            <a:ext cx="2667168" cy="258210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Paga a tiempo</a:t>
            </a:r>
            <a:endParaRPr lang="es-CO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B60E2CA0-1AA3-9C3C-62F6-A7586784BE61}"/>
              </a:ext>
            </a:extLst>
          </p:cNvPr>
          <p:cNvSpPr/>
          <p:nvPr/>
        </p:nvSpPr>
        <p:spPr>
          <a:xfrm>
            <a:off x="1572768" y="4400955"/>
            <a:ext cx="146304" cy="14907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449B29DE-223E-AF54-8D24-7BFB2FF274A4}"/>
              </a:ext>
            </a:extLst>
          </p:cNvPr>
          <p:cNvSpPr/>
          <p:nvPr/>
        </p:nvSpPr>
        <p:spPr>
          <a:xfrm>
            <a:off x="1572768" y="4752405"/>
            <a:ext cx="146304" cy="14907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8A9F9D25-942E-8A12-FE9C-619B3190ECCB}"/>
              </a:ext>
            </a:extLst>
          </p:cNvPr>
          <p:cNvSpPr/>
          <p:nvPr/>
        </p:nvSpPr>
        <p:spPr>
          <a:xfrm>
            <a:off x="1572768" y="5108427"/>
            <a:ext cx="146304" cy="14907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573EDEB8-3C9B-C228-E0A5-3633E36A2CD1}"/>
              </a:ext>
            </a:extLst>
          </p:cNvPr>
          <p:cNvSpPr/>
          <p:nvPr/>
        </p:nvSpPr>
        <p:spPr>
          <a:xfrm>
            <a:off x="6757416" y="384048"/>
            <a:ext cx="4575048" cy="202996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E1516114-EB12-1A72-2088-4970CD2CEC87}"/>
              </a:ext>
            </a:extLst>
          </p:cNvPr>
          <p:cNvSpPr txBox="1"/>
          <p:nvPr/>
        </p:nvSpPr>
        <p:spPr>
          <a:xfrm>
            <a:off x="7025259" y="660368"/>
            <a:ext cx="4039362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CO" b="1" dirty="0">
                <a:solidFill>
                  <a:schemeClr val="bg1"/>
                </a:solidFill>
              </a:rPr>
              <a:t>Pantalla 5 — Aprende cómo hacerlo</a:t>
            </a:r>
          </a:p>
          <a:p>
            <a:pPr>
              <a:buNone/>
            </a:pPr>
            <a:r>
              <a:rPr lang="es-CO" dirty="0">
                <a:solidFill>
                  <a:schemeClr val="bg1"/>
                </a:solidFill>
              </a:rPr>
              <a:t>Cuando la aplicación recomienda una acción, esta pantalla explica de forma sencilla qué significa y qué debería tener en cuenta antes de realizarla.</a:t>
            </a:r>
          </a:p>
        </p:txBody>
      </p:sp>
      <p:pic>
        <p:nvPicPr>
          <p:cNvPr id="22" name="Imagen 21">
            <a:extLst>
              <a:ext uri="{FF2B5EF4-FFF2-40B4-BE49-F238E27FC236}">
                <a16:creationId xmlns:a16="http://schemas.microsoft.com/office/drawing/2014/main" id="{0F585D4B-07A3-649C-133B-72622269FE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6622" y="2742903"/>
            <a:ext cx="4615842" cy="35590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004784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Helena</Template>
  <TotalTime>37</TotalTime>
  <Words>319</Words>
  <Application>Microsoft Office PowerPoint</Application>
  <PresentationFormat>Panorámica</PresentationFormat>
  <Paragraphs>48</Paragraphs>
  <Slides>7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12" baseType="lpstr">
      <vt:lpstr>Aptos</vt:lpstr>
      <vt:lpstr>Aptos Display</vt:lpstr>
      <vt:lpstr>Arial</vt:lpstr>
      <vt:lpstr>Times New Roman</vt:lpstr>
      <vt:lpstr>Tema de Office</vt:lpstr>
      <vt:lpstr>TALLER PRÁCTICO PROTOTIPO RÁPIDO “A MANO ALZADA”</vt:lpstr>
      <vt:lpstr>CREDISTEP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Beiker Jaramillo</dc:creator>
  <cp:lastModifiedBy>Beiker Jaramillo</cp:lastModifiedBy>
  <cp:revision>1</cp:revision>
  <dcterms:created xsi:type="dcterms:W3CDTF">2026-10-02T18:49:44Z</dcterms:created>
  <dcterms:modified xsi:type="dcterms:W3CDTF">2026-10-02T20:11:02Z</dcterms:modified>
</cp:coreProperties>
</file>